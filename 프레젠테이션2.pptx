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D1755-3ABD-40CC-B984-1BB05E872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25BFDA-BB6D-420E-8E4F-79304561D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626BC-4A4F-49A8-B018-56EE2C21F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650E-80FB-4964-A253-D2E2E8BBC06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1252F5-13DD-4C9D-9961-7F3DA2C58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1009EA-0B32-4CB5-AB55-960959F89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06A2-E7F2-486F-99BD-A28BB89703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99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FA2C3-7572-46B1-963F-3AFEA9B83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FC2D06-2EB0-4E13-A079-222F11067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CFE964-443B-4F3F-A79D-848772B2B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650E-80FB-4964-A253-D2E2E8BBC06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6CD508-311B-4C8C-A802-FF4B48D8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521F2E-4605-419D-B267-B2D99051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06A2-E7F2-486F-99BD-A28BB89703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225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625A0B-A3F8-43B0-BA87-55640E391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D95372-E725-485D-9BAC-4BED23625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09BCAC-1F29-42D0-89F0-D2E12520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650E-80FB-4964-A253-D2E2E8BBC06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663F95-2BD2-4760-B234-2CD94F539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9BDC12-038E-4C60-BC4A-ABB7C13D1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06A2-E7F2-486F-99BD-A28BB89703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499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45F9F-9F33-4D01-8FAE-8A9A8BD95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4B4D92-2052-41B4-91FB-AF7AFAE04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762BD0-05D2-4DFB-AD96-89CA31680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20DE6D-C444-4254-839B-7BEB5D147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650E-80FB-4964-A253-D2E2E8BBC06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2B3EFC-194B-4E48-B3C7-67D3AD44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65693E-3DFA-4B4A-A0E4-BB3AE8096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06A2-E7F2-486F-99BD-A28BB89703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0582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C02A0B-B982-4344-93A3-A8CFD145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040133-B650-4CC4-AF64-D5F35D721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1012A3-3D49-40FB-8E42-B4A133098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61EA46-FE49-4ED6-A6DE-06FF8720B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A9C82B-F9BE-41C0-BCCA-387CFA66E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C68720C-1124-4D6F-8768-260E010B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650E-80FB-4964-A253-D2E2E8BBC06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4F57FC-5924-457C-B1C6-0464D6B4D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B045C3-D4A9-407A-9CD1-0CF60643B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06A2-E7F2-486F-99BD-A28BB89703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8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6E7B1-02B6-4AB6-9842-990DEB9EE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B63132-9794-4175-A9C9-5FA31D7A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650E-80FB-4964-A253-D2E2E8BBC06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778A15-BB44-44C9-80ED-C848E416E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2D31CE-73BA-430D-973A-D704DB6F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06A2-E7F2-486F-99BD-A28BB89703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71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DBFC6C-85D0-4840-AB9E-04EDF21C5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650E-80FB-4964-A253-D2E2E8BBC06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730D3A-5FAD-49BC-9472-1503EE81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9E525C-637E-463F-88E6-EA7A177E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06A2-E7F2-486F-99BD-A28BB89703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50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F7908-28DE-4711-BAD9-9A1800BEA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2260-34B0-4E68-846A-CC209B0BD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73F99E-1CB1-4060-85C0-7FEA87908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F27D9B-2965-41C2-A0E5-69F9A5C8D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650E-80FB-4964-A253-D2E2E8BBC06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2529DF-7E71-441E-9852-E21ECA954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C41F5C-B5A9-4AD1-B869-B81CC95A6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06A2-E7F2-486F-99BD-A28BB89703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67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ABA703-3C98-49E8-B859-BEC9EE268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F4E8F9-0194-4932-92E8-256AD4F171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58AB0F-F690-4A1B-8316-F2DB8C03E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B6D161-730F-4587-95A4-C203557B2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650E-80FB-4964-A253-D2E2E8BBC06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DE3E76-90EC-45AB-9DB4-88DDEE99F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B4A64D-BB5C-43D2-9DB3-ABCA6E5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06A2-E7F2-486F-99BD-A28BB89703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68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BBAF4-003B-4ABC-A0BF-E8AD1FA1F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310D69-6F74-41F4-914B-9CA4C10FC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5794A-C870-4A64-AA47-09DD47C2F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650E-80FB-4964-A253-D2E2E8BBC06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6D289-4658-4D5F-8775-47E713C05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A15A65-DA69-43BD-908A-D5D5935F9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06A2-E7F2-486F-99BD-A28BB89703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6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5EBA30-7577-43FA-B1BE-37E5488DA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BEF8EA-5025-4402-80E7-3E691C755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A876F4-F65D-4B83-9D01-CBA48BB6C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8650E-80FB-4964-A253-D2E2E8BBC06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E4A0B2-0122-43BA-BEE7-0E3C4370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30AD38-E302-416E-8081-B14F3CD8C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06A2-E7F2-486F-99BD-A28BB89703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028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C15125-1B7B-4C97-804C-AD8AF1F05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8AD33E-4E2A-49F9-BB14-4AADA3645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4CE28-9584-45A4-A348-F27AFF47D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8650E-80FB-4964-A253-D2E2E8BBC06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793D71-D799-4C5A-9E67-520D0FB534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D77A54-D314-4235-B9A9-09ED18F58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406A2-E7F2-486F-99BD-A28BB89703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598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9CCB6F-E419-4B8D-970F-34FDD86114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BAF89E-732F-4EFB-B80F-B25B4BA32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E074A1A-E19E-4334-A63E-393C43C796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6706" y="2538288"/>
            <a:ext cx="5458587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874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BB7D9-B519-440F-A837-10940BD1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96644DB-1044-4704-86F6-03EDC77CD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6333"/>
            <a:ext cx="10515600" cy="4269921"/>
          </a:xfrm>
        </p:spPr>
      </p:pic>
    </p:spTree>
    <p:extLst>
      <p:ext uri="{BB962C8B-B14F-4D97-AF65-F5344CB8AC3E}">
        <p14:creationId xmlns:p14="http://schemas.microsoft.com/office/powerpoint/2010/main" val="3912197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87903-58D3-4AC8-A299-8E9711172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E34AE01-79C9-411D-BB6A-D10D73C058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904" y="1825625"/>
            <a:ext cx="9190192" cy="4351338"/>
          </a:xfrm>
        </p:spPr>
      </p:pic>
    </p:spTree>
    <p:extLst>
      <p:ext uri="{BB962C8B-B14F-4D97-AF65-F5344CB8AC3E}">
        <p14:creationId xmlns:p14="http://schemas.microsoft.com/office/powerpoint/2010/main" val="110197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CAU</dc:creator>
  <cp:lastModifiedBy>CAU</cp:lastModifiedBy>
  <cp:revision>1</cp:revision>
  <dcterms:created xsi:type="dcterms:W3CDTF">2026-10-16T07:20:30Z</dcterms:created>
  <dcterms:modified xsi:type="dcterms:W3CDTF">2026-10-16T07:20:33Z</dcterms:modified>
</cp:coreProperties>
</file>